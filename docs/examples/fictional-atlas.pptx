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Atlas review · décisions et impacts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Executive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Decisions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Decisions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Decisions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Decisions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Decisions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effort comparison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Scope &amp; changes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Story refinement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Recorded connections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Recorded connections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Attention points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Attention points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Attention points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Arbitrations &amp; next actions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customer portal
2709e3d6-b9df-4970-9f0a-fb6f872745db
2026-10-15T15:18:27.132Z
Arbitrations &amp; next actions (continued)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61257" cy="6858000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1796143"/>
            <a:ext cx="107986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7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review · décisions et</a:t>
            </a:r>
            <a:endParaRPr lang="en-US" sz="2743" dirty="0"/>
          </a:p>
        </p:txBody>
      </p:sp>
      <p:sp>
        <p:nvSpPr>
          <p:cNvPr id="6" name="Text 4"/>
          <p:cNvSpPr/>
          <p:nvPr/>
        </p:nvSpPr>
        <p:spPr>
          <a:xfrm>
            <a:off x="696686" y="2283823"/>
            <a:ext cx="1079862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7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impacts</a:t>
            </a:r>
            <a:endParaRPr lang="en-US" sz="2743" dirty="0"/>
          </a:p>
        </p:txBody>
      </p:sp>
      <p:sp>
        <p:nvSpPr>
          <p:cNvPr id="7" name="Text 5"/>
          <p:cNvSpPr/>
          <p:nvPr/>
        </p:nvSpPr>
        <p:spPr>
          <a:xfrm>
            <a:off x="696686" y="2923903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Example</a:t>
            </a:r>
            <a:endParaRPr lang="en-US" sz="1371" dirty="0"/>
          </a:p>
        </p:txBody>
      </p:sp>
      <p:sp>
        <p:nvSpPr>
          <p:cNvPr id="8" name="Text 6"/>
          <p:cNvSpPr/>
          <p:nvPr/>
        </p:nvSpPr>
        <p:spPr>
          <a:xfrm>
            <a:off x="696686" y="3326674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</a:t>
            </a:r>
            <a:endParaRPr lang="en-US" sz="1371" dirty="0"/>
          </a:p>
        </p:txBody>
      </p:sp>
      <p:sp>
        <p:nvSpPr>
          <p:cNvPr id="9" name="Text 7"/>
          <p:cNvSpPr/>
          <p:nvPr/>
        </p:nvSpPr>
        <p:spPr>
          <a:xfrm>
            <a:off x="696686" y="3729446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leadership</a:t>
            </a:r>
            <a:endParaRPr lang="en-US" sz="1371" dirty="0"/>
          </a:p>
        </p:txBody>
      </p:sp>
      <p:sp>
        <p:nvSpPr>
          <p:cNvPr id="10" name="Text 8"/>
          <p:cNvSpPr/>
          <p:nvPr/>
        </p:nvSpPr>
        <p:spPr>
          <a:xfrm>
            <a:off x="696686" y="4132217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10/15/2026</a:t>
            </a:r>
            <a:endParaRPr lang="en-US" sz="1371" dirty="0"/>
          </a:p>
        </p:txBody>
      </p:sp>
      <p:sp>
        <p:nvSpPr>
          <p:cNvPr id="11" name="Text 9"/>
          <p:cNvSpPr/>
          <p:nvPr/>
        </p:nvSpPr>
        <p:spPr>
          <a:xfrm>
            <a:off x="696686" y="4534988"/>
            <a:ext cx="1079862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71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example data</a:t>
            </a:r>
            <a:endParaRPr lang="en-US" sz="1371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686" y="609600"/>
            <a:ext cx="1741714" cy="4644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Atlas customer portal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2709e3d6-b9df-4970-9f0a-fb6f872745db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records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decisions · 3 changes · 2 stories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leadership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traceable review of the fictional Atlas project.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period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dates / All dates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62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status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77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example data</a:t>
            </a:r>
            <a:endParaRPr lang="en-US" sz="171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3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date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10/15/2026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currently prepares account exports manually.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53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need a repeatable way to retrieve their own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690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records.</a:t>
            </a:r>
            <a:endParaRPr lang="en-US" sz="171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4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solution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CSV export from the account workspace.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focused self-service flow addresses a recurring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without introducing a reporting platform.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support-assisted exports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 No implementation effort.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168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 Continued wait time and support effort.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3325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6482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self-service CSV export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49638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Advantages: Customers can retrieve records directly.</a:t>
            </a:r>
            <a:endParaRPr lang="en-US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2795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Trade-offs: Requires access-control and failure</a:t>
            </a:r>
            <a:endParaRPr lang="en-US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5952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handling.</a:t>
            </a:r>
            <a:endParaRPr lang="en-US" sz="171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5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account model defines the accessible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scope.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the authorization model in this release.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Engineering, Customer support</a:t>
            </a:r>
            <a:endParaRPr lang="en-US" sz="171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6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en-US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1046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2029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448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date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605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10/15/2026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85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problem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007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currently prepares account exports manually.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164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need a repeatable way to retrieve their own</a:t>
            </a:r>
            <a:endParaRPr lang="en-US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5321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records.</a:t>
            </a:r>
            <a:endParaRPr lang="en-US" sz="171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7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solution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recorded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main workflow before expanding the release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account model defines the accessible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scope.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changes to the authorization model in this release.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65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Stakeholders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81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Engineering, Customer support</a:t>
            </a:r>
            <a:endParaRPr lang="en-US" sz="171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6686" y="2351314"/>
            <a:ext cx="8638903" cy="348343"/>
          </a:xfrm>
          <a:prstGeom prst="rect">
            <a:avLst/>
          </a:prstGeom>
          <a:solidFill>
            <a:srgbClr val="1D4E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6686" y="3603171"/>
            <a:ext cx="10798628" cy="3483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8</a:t>
            </a:r>
            <a:endParaRPr lang="en-US" sz="857" dirty="0"/>
          </a:p>
        </p:txBody>
      </p:sp>
      <p:sp>
        <p:nvSpPr>
          <p:cNvPr id="7" name="Text 5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effort comparison</a:t>
            </a:r>
            <a:endParaRPr lang="en-US" sz="2143" dirty="0"/>
          </a:p>
        </p:txBody>
      </p:sp>
      <p:sp>
        <p:nvSpPr>
          <p:cNvPr id="8" name="Text 6"/>
          <p:cNvSpPr/>
          <p:nvPr/>
        </p:nvSpPr>
        <p:spPr>
          <a:xfrm>
            <a:off x="696686" y="19594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16 person-days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3211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20 person-days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4811486"/>
            <a:ext cx="107986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29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estimates, not delivery commitments.</a:t>
            </a:r>
            <a:endParaRPr lang="en-US" sz="1029" dirty="0"/>
          </a:p>
        </p:txBody>
      </p:sp>
      <p:sp>
        <p:nvSpPr>
          <p:cNvPr id="11" name="Text 9"/>
          <p:cNvSpPr/>
          <p:nvPr/>
        </p:nvSpPr>
        <p:spPr>
          <a:xfrm>
            <a:off x="696686" y="51598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a9d97d14-f048-449d-96ad-aff429de93f2. Recorded source records: 2.</a:t>
            </a:r>
            <a:endParaRPr lang="en-US" sz="85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9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v1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a9d97d14-f048-449d-96ad-aff429de93f2, 457abfc4-6b5d-4fb7-8fa8-9fe59830a11c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customers a reliable account workspace with clear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their own records.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Frozen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 context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131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includes every accepted change for this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288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through the reference end date. Selection and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445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 filter the register, not the snapshot.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690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effort · estimate</a:t>
            </a:r>
            <a:endParaRPr lang="en-US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4847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person-days</a:t>
            </a:r>
            <a:endParaRPr lang="en-US" sz="171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10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effort · estimate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person-days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change · estimate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person-days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deliverables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overview: 5 person-days (must)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timeline: 8 person-days (must)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settings: 3 person-days (should)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168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CSV export: 4 person-days (must)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57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are fictional planning inputs, not delivery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727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commitments.</a:t>
            </a:r>
            <a:endParaRPr lang="en-US" sz="171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11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release; existing account service.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points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risk — Self-service CSV export: Confirm the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supported export size.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30925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</a:t>
            </a:r>
            <a:endParaRPr lang="en-US" sz="1971" dirty="0"/>
          </a:p>
        </p:txBody>
      </p:sp>
      <p:sp>
        <p:nvSpPr>
          <p:cNvPr id="12" name="Text 10"/>
          <p:cNvSpPr/>
          <p:nvPr/>
        </p:nvSpPr>
        <p:spPr>
          <a:xfrm>
            <a:off x="696686" y="377026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457abfc4-6b5d-4fb7-8fa8-9fe59830a11c, a9d97d14-f048-449d-96ad-aff429de93f2</a:t>
            </a:r>
            <a:endParaRPr lang="en-US" sz="857" dirty="0"/>
          </a:p>
        </p:txBody>
      </p:sp>
      <p:sp>
        <p:nvSpPr>
          <p:cNvPr id="13" name="Text 11"/>
          <p:cNvSpPr/>
          <p:nvPr/>
        </p:nvSpPr>
        <p:spPr>
          <a:xfrm>
            <a:off x="696686" y="40369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3526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accepted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771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type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0928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71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12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export action for customer account records.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Implements the self-service export decision.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by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94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input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10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person-days (input)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34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502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en-US" sz="171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13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export presets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3da8f527-d53b-4dc7-8fca-ca56bd6f6283, a9d97d14-f048-449d-96ad-aff429de93f2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415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type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817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974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customers save their export column selection.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222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537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follow-up for repeat exports.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962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by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277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en-US" sz="171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14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input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person-days (input)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993571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reporting dashboard</a:t>
            </a:r>
            <a:endParaRPr lang="en-US" sz="1971" dirty="0"/>
          </a:p>
        </p:txBody>
      </p:sp>
      <p:sp>
        <p:nvSpPr>
          <p:cNvPr id="11" name="Text 9"/>
          <p:cNvSpPr/>
          <p:nvPr/>
        </p:nvSpPr>
        <p:spPr>
          <a:xfrm>
            <a:off x="696686" y="3454581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8ca5d728-3696-4827-b97d-1c6eb23a8b5f, a9d97d14-f048-449d-96ad-aff429de93f2</a:t>
            </a:r>
            <a:endParaRPr lang="en-US" sz="857" dirty="0"/>
          </a:p>
        </p:txBody>
      </p:sp>
      <p:sp>
        <p:nvSpPr>
          <p:cNvPr id="12" name="Text 10"/>
          <p:cNvSpPr/>
          <p:nvPr/>
        </p:nvSpPr>
        <p:spPr>
          <a:xfrm>
            <a:off x="696686" y="37212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40369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4615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type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771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2017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5174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configurable reporting dashboard.</a:t>
            </a:r>
            <a:endParaRPr lang="en-US" sz="171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15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changes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the focused first release.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by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Chen (fictional)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input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person-days (input)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94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810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en-US" sz="171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16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account records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d149221e-de7d-4a9f-9ea1-6b08873731b0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story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to export my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records easily, so that I can prepare internal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48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reports.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6886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to export my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0043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records easily, so that I can prepare internal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3199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reports.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445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persona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602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administrator</a:t>
            </a:r>
            <a:endParaRPr lang="en-US" sz="171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17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records available in my account workspace.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value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internal reporting without waiting for support.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7540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 criteria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697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an authenticated account administrator with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records, when they request a CSV export,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 CSV file containing those records is downloaded.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“easily” is subjective and does not define an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757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threshold. What observable condition would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0727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“easily”? Agree on a measurable</a:t>
            </a:r>
            <a:endParaRPr lang="en-US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3884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expectation.</a:t>
            </a:r>
            <a:endParaRPr lang="en-US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7041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condition is mentioned in the story or</a:t>
            </a:r>
            <a:endParaRPr lang="en-US" sz="171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18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criteria. Which failure conditions are relevant here,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feedback should the user receive?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empty-data case is not described. What should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220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happen when there are no data to export?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60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existing account access permissions.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854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7011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only for the first release.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25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41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 and existing authorization rules.</a:t>
            </a:r>
            <a:endParaRPr lang="en-US" sz="171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19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 the activity timeline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e6d12a12-320e-4f8f-9cbf-b79fb0dfc2ef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story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a fast and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activity timeline.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0572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story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37293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 account administrator, I want a fast and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6886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activity timeline.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11316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/ persona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42885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administrator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85339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516908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account activity in chronological order.</a:t>
            </a:r>
            <a:endParaRPr lang="en-US" sz="171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20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value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recent updates.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20138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295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“fast” is subjective and does not define an observable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452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threshold. What observable condition would demonstrate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9609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“fast”? Agree on a measurable expectation.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766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“intuitive” is subjective and does not define an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92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threshold. What observable condition would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9079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“intuitive”? Agree on a measurable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2236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expectation.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45393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acceptance criteria are recorded. Given [confirmed</a:t>
            </a:r>
            <a:endParaRPr lang="en-US" sz="1714" dirty="0"/>
          </a:p>
        </p:txBody>
      </p:sp>
      <p:sp>
        <p:nvSpPr>
          <p:cNvPr id="17" name="Text 15"/>
          <p:cNvSpPr/>
          <p:nvPr/>
        </p:nvSpPr>
        <p:spPr>
          <a:xfrm>
            <a:off x="696686" y="485502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context], when [the requested action occurs], then [an</a:t>
            </a:r>
            <a:endParaRPr lang="en-US" sz="1714" dirty="0"/>
          </a:p>
        </p:txBody>
      </p:sp>
      <p:sp>
        <p:nvSpPr>
          <p:cNvPr id="18" name="Text 16"/>
          <p:cNvSpPr/>
          <p:nvPr/>
        </p:nvSpPr>
        <p:spPr>
          <a:xfrm>
            <a:off x="696686" y="51707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observable result]. Replace each placeholder with an</a:t>
            </a:r>
            <a:endParaRPr lang="en-US" sz="1714" dirty="0"/>
          </a:p>
        </p:txBody>
      </p:sp>
      <p:sp>
        <p:nvSpPr>
          <p:cNvPr id="19" name="Text 17"/>
          <p:cNvSpPr/>
          <p:nvPr/>
        </p:nvSpPr>
        <p:spPr>
          <a:xfrm>
            <a:off x="696686" y="54864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fact.</a:t>
            </a:r>
            <a:endParaRPr lang="en-US" sz="1714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21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refinement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condition is mentioned in the story or</a:t>
            </a:r>
            <a:endParaRPr lang="en-US" sz="1714" dirty="0"/>
          </a:p>
        </p:txBody>
      </p:sp>
      <p:sp>
        <p:nvSpPr>
          <p:cNvPr id="7" name="Text 5"/>
          <p:cNvSpPr/>
          <p:nvPr/>
        </p:nvSpPr>
        <p:spPr>
          <a:xfrm>
            <a:off x="696686" y="158931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criteria. Which failure conditions are relevant here,</a:t>
            </a:r>
            <a:endParaRPr lang="en-US" sz="1714" dirty="0"/>
          </a:p>
        </p:txBody>
      </p:sp>
      <p:sp>
        <p:nvSpPr>
          <p:cNvPr id="8" name="Text 6"/>
          <p:cNvSpPr/>
          <p:nvPr/>
        </p:nvSpPr>
        <p:spPr>
          <a:xfrm>
            <a:off x="696686" y="190500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what feedback should the user receive?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2206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business rules are recorded. They may be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5363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unnecessary; confirm with the team. Are there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5205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eligibility, permission, or data-handling rules to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16774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confirm?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9228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90797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overview</a:t>
            </a:r>
            <a:endParaRPr lang="en-US" sz="1714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22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 connections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 → Self-service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export</a:t>
            </a:r>
            <a:endParaRPr lang="en-US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972cd581-c94a-4e2c-aea4-8d04d1b47515, 738b066a-a2c2-4b26-a44e-6eed637dd041,</a:t>
            </a:r>
            <a:endParaRPr lang="en-US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25552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457abfc4-6b5d-4fb7-8fa8-9fe59830a11c</a:t>
            </a:r>
            <a:endParaRPr lang="en-US" sz="857" dirty="0"/>
          </a:p>
        </p:txBody>
      </p:sp>
      <p:sp>
        <p:nvSpPr>
          <p:cNvPr id="10" name="Text 8"/>
          <p:cNvSpPr/>
          <p:nvPr/>
        </p:nvSpPr>
        <p:spPr>
          <a:xfrm>
            <a:off x="696686" y="25222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379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62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context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78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provides the rationale for this scope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8938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addition.</a:t>
            </a:r>
            <a:endParaRPr lang="en-US" sz="1714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23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Recorded connections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 → Export account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records</a:t>
            </a:r>
            <a:endParaRPr lang="en-US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4929ae7b-a719-4250-9325-7f89b6193c9e, 457abfc4-6b5d-4fb7-8fa8-9fe59830a11c,</a:t>
            </a:r>
            <a:endParaRPr lang="en-US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25552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d149221e-de7d-4a9f-9ea1-6b08873731b0</a:t>
            </a:r>
            <a:endParaRPr lang="en-US" sz="857" dirty="0"/>
          </a:p>
        </p:txBody>
      </p:sp>
      <p:sp>
        <p:nvSpPr>
          <p:cNvPr id="10" name="Text 8"/>
          <p:cNvSpPr/>
          <p:nvPr/>
        </p:nvSpPr>
        <p:spPr>
          <a:xfrm>
            <a:off x="696686" y="25222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28379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262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 context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3578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describes the export behavior introduced by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389382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change.</a:t>
            </a:r>
            <a:endParaRPr lang="en-US" sz="1714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24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points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points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assumptions have not been verified.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981053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data exports self-service</a:t>
            </a:r>
            <a:endParaRPr lang="en-US" sz="1971" dirty="0"/>
          </a:p>
        </p:txBody>
      </p:sp>
      <p:sp>
        <p:nvSpPr>
          <p:cNvPr id="11" name="Text 9"/>
          <p:cNvSpPr/>
          <p:nvPr/>
        </p:nvSpPr>
        <p:spPr>
          <a:xfrm>
            <a:off x="696686" y="3442063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738b066a-a2c2-4b26-a44e-6eed637dd041</a:t>
            </a:r>
            <a:endParaRPr lang="en-US" sz="857" dirty="0"/>
          </a:p>
        </p:txBody>
      </p:sp>
      <p:sp>
        <p:nvSpPr>
          <p:cNvPr id="12" name="Text 10"/>
          <p:cNvSpPr/>
          <p:nvPr/>
        </p:nvSpPr>
        <p:spPr>
          <a:xfrm>
            <a:off x="696686" y="37087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points</a:t>
            </a:r>
            <a:endParaRPr lang="en-US" sz="1714" dirty="0"/>
          </a:p>
        </p:txBody>
      </p:sp>
      <p:sp>
        <p:nvSpPr>
          <p:cNvPr id="13" name="Text 11"/>
          <p:cNvSpPr/>
          <p:nvPr/>
        </p:nvSpPr>
        <p:spPr>
          <a:xfrm>
            <a:off x="696686" y="4024448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exports may require a later asynchronous</a:t>
            </a:r>
            <a:endParaRPr lang="en-US" sz="1714" dirty="0"/>
          </a:p>
        </p:txBody>
      </p:sp>
      <p:sp>
        <p:nvSpPr>
          <p:cNvPr id="14" name="Text 12"/>
          <p:cNvSpPr/>
          <p:nvPr/>
        </p:nvSpPr>
        <p:spPr>
          <a:xfrm>
            <a:off x="696686" y="434013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</a:t>
            </a:r>
            <a:endParaRPr lang="en-US" sz="171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25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points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en-US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points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assumptions have not been verified.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344091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en-US" sz="1971" dirty="0"/>
          </a:p>
        </p:txBody>
      </p:sp>
      <p:sp>
        <p:nvSpPr>
          <p:cNvPr id="12" name="Text 10"/>
          <p:cNvSpPr/>
          <p:nvPr/>
        </p:nvSpPr>
        <p:spPr>
          <a:xfrm>
            <a:off x="696686" y="3707130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1971" dirty="0"/>
          </a:p>
        </p:txBody>
      </p:sp>
      <p:sp>
        <p:nvSpPr>
          <p:cNvPr id="13" name="Text 11"/>
          <p:cNvSpPr/>
          <p:nvPr/>
        </p:nvSpPr>
        <p:spPr>
          <a:xfrm>
            <a:off x="696686" y="4168140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en-US" sz="857" dirty="0"/>
          </a:p>
        </p:txBody>
      </p:sp>
      <p:sp>
        <p:nvSpPr>
          <p:cNvPr id="14" name="Text 12"/>
          <p:cNvSpPr/>
          <p:nvPr/>
        </p:nvSpPr>
        <p:spPr>
          <a:xfrm>
            <a:off x="696686" y="443484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points</a:t>
            </a:r>
            <a:endParaRPr lang="en-US" sz="1714" dirty="0"/>
          </a:p>
        </p:txBody>
      </p:sp>
      <p:sp>
        <p:nvSpPr>
          <p:cNvPr id="15" name="Text 13"/>
          <p:cNvSpPr/>
          <p:nvPr/>
        </p:nvSpPr>
        <p:spPr>
          <a:xfrm>
            <a:off x="696686" y="475052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exports may require a later asynchronous</a:t>
            </a:r>
            <a:endParaRPr lang="en-US" sz="1714" dirty="0"/>
          </a:p>
        </p:txBody>
      </p:sp>
      <p:sp>
        <p:nvSpPr>
          <p:cNvPr id="16" name="Text 14"/>
          <p:cNvSpPr/>
          <p:nvPr/>
        </p:nvSpPr>
        <p:spPr>
          <a:xfrm>
            <a:off x="696686" y="506621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workflow.</a:t>
            </a:r>
            <a:endParaRPr lang="en-US" sz="1714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26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points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CSV export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457abfc4-6b5d-4fb7-8fa8-9fe59830a11c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risks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maximum supported export size.</a:t>
            </a:r>
            <a:endParaRPr lang="en-US" sz="171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27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Arbitrations &amp; next actions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the first release focused on desktop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636667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workflows</a:t>
            </a:r>
            <a:endParaRPr lang="en-US" sz="1971" dirty="0"/>
          </a:p>
        </p:txBody>
      </p:sp>
      <p:sp>
        <p:nvSpPr>
          <p:cNvPr id="8" name="Text 6"/>
          <p:cNvSpPr/>
          <p:nvPr/>
        </p:nvSpPr>
        <p:spPr>
          <a:xfrm>
            <a:off x="696686" y="2097677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39be1c40-2325-4913-b3d6-df76cd762673</a:t>
            </a:r>
            <a:endParaRPr lang="en-US" sz="857" dirty="0"/>
          </a:p>
        </p:txBody>
      </p:sp>
      <p:sp>
        <p:nvSpPr>
          <p:cNvPr id="9" name="Text 7"/>
          <p:cNvSpPr/>
          <p:nvPr/>
        </p:nvSpPr>
        <p:spPr>
          <a:xfrm>
            <a:off x="696686" y="2364377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 required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80063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proposed decision with the recorded owner.</a:t>
            </a:r>
            <a:endParaRPr lang="en-US" sz="1714" dirty="0"/>
          </a:p>
        </p:txBody>
      </p:sp>
      <p:sp>
        <p:nvSpPr>
          <p:cNvPr id="11" name="Text 9"/>
          <p:cNvSpPr/>
          <p:nvPr/>
        </p:nvSpPr>
        <p:spPr>
          <a:xfrm>
            <a:off x="696686" y="3104606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1714" dirty="0"/>
          </a:p>
        </p:txBody>
      </p:sp>
      <p:sp>
        <p:nvSpPr>
          <p:cNvPr id="12" name="Text 10"/>
          <p:cNvSpPr/>
          <p:nvPr/>
        </p:nvSpPr>
        <p:spPr>
          <a:xfrm>
            <a:off x="696686" y="3420291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Morgan (fictional)</a:t>
            </a:r>
            <a:endParaRPr lang="en-US" sz="1714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686" y="457200"/>
            <a:ext cx="478971" cy="43543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6686" y="6379028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 customer portal · 28</a:t>
            </a:r>
            <a:endParaRPr lang="en-US" sz="857" dirty="0"/>
          </a:p>
        </p:txBody>
      </p:sp>
      <p:sp>
        <p:nvSpPr>
          <p:cNvPr id="5" name="Text 3"/>
          <p:cNvSpPr/>
          <p:nvPr/>
        </p:nvSpPr>
        <p:spPr>
          <a:xfrm>
            <a:off x="696686" y="631371"/>
            <a:ext cx="107986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143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Arbitrations &amp; next actions (continued)</a:t>
            </a:r>
            <a:endParaRPr lang="en-US" sz="2143" dirty="0"/>
          </a:p>
        </p:txBody>
      </p:sp>
      <p:sp>
        <p:nvSpPr>
          <p:cNvPr id="6" name="Text 4"/>
          <p:cNvSpPr/>
          <p:nvPr/>
        </p:nvSpPr>
        <p:spPr>
          <a:xfrm>
            <a:off x="696686" y="1273629"/>
            <a:ext cx="10798628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971" dirty="0">
                <a:solidFill>
                  <a:srgbClr val="1824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Saved export presets</a:t>
            </a:r>
            <a:endParaRPr lang="en-US" sz="1971" dirty="0"/>
          </a:p>
        </p:txBody>
      </p:sp>
      <p:sp>
        <p:nvSpPr>
          <p:cNvPr id="7" name="Text 5"/>
          <p:cNvSpPr/>
          <p:nvPr/>
        </p:nvSpPr>
        <p:spPr>
          <a:xfrm>
            <a:off x="696686" y="1734639"/>
            <a:ext cx="107986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857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3da8f527-d53b-4dc7-8fca-ca56bd6f6283</a:t>
            </a:r>
            <a:endParaRPr lang="en-US" sz="857" dirty="0"/>
          </a:p>
        </p:txBody>
      </p:sp>
      <p:sp>
        <p:nvSpPr>
          <p:cNvPr id="8" name="Text 6"/>
          <p:cNvSpPr/>
          <p:nvPr/>
        </p:nvSpPr>
        <p:spPr>
          <a:xfrm>
            <a:off x="696686" y="2001339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1824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Arbitration required</a:t>
            </a:r>
            <a:endParaRPr lang="en-US" sz="1714" dirty="0"/>
          </a:p>
        </p:txBody>
      </p:sp>
      <p:sp>
        <p:nvSpPr>
          <p:cNvPr id="9" name="Text 7"/>
          <p:cNvSpPr/>
          <p:nvPr/>
        </p:nvSpPr>
        <p:spPr>
          <a:xfrm>
            <a:off x="696686" y="2317024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or reject this proposal explicitly after</a:t>
            </a:r>
            <a:endParaRPr lang="en-US" sz="1714" dirty="0"/>
          </a:p>
        </p:txBody>
      </p:sp>
      <p:sp>
        <p:nvSpPr>
          <p:cNvPr id="10" name="Text 8"/>
          <p:cNvSpPr/>
          <p:nvPr/>
        </p:nvSpPr>
        <p:spPr>
          <a:xfrm>
            <a:off x="696686" y="2632710"/>
            <a:ext cx="107986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714" dirty="0">
                <a:solidFill>
                  <a:srgbClr val="263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reviewing its impacts.</a:t>
            </a:r>
            <a:endParaRPr lang="en-US" sz="17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review · décisions et impacts</dc:title>
  <dc:subject>Atlas customer portal</dc:subject>
  <dc:creator>Atlas Example</dc:creator>
  <cp:lastModifiedBy>Atlas Example</cp:lastModifiedBy>
  <cp:revision>1</cp:revision>
  <dcterms:created xsi:type="dcterms:W3CDTF">2026-10-15T15:18:30Z</dcterms:created>
  <dcterms:modified xsi:type="dcterms:W3CDTF">2026-10-15T15:18:30Z</dcterms:modified>
</cp:coreProperties>
</file>